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71" r:id="rId11"/>
    <p:sldId id="272" r:id="rId12"/>
    <p:sldId id="273" r:id="rId13"/>
    <p:sldId id="274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9144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189" indent="0" algn="ctr">
              <a:buNone/>
              <a:defRPr sz="1600"/>
            </a:lvl2pPr>
            <a:lvl3pPr marL="914377" indent="0" algn="ctr">
              <a:buNone/>
              <a:defRPr sz="16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811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44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9144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892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820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46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576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83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21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6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12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994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2693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377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5F40173-F096-49CC-A730-A2DF1F04E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6CEF0B-5733-482C-9868-4C57AF79D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0141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707" y="640080"/>
            <a:ext cx="3156492" cy="3034857"/>
          </a:xfrm>
        </p:spPr>
        <p:txBody>
          <a:bodyPr anchor="b">
            <a:normAutofit/>
          </a:bodyPr>
          <a:lstStyle/>
          <a:p>
            <a:r>
              <a:rPr lang="en-US" sz="3800">
                <a:solidFill>
                  <a:srgbClr val="FFFFFF"/>
                </a:solidFill>
              </a:rPr>
              <a:t>Smart Warehouse Grid Locator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9190" y="3849539"/>
            <a:ext cx="3153009" cy="2359417"/>
          </a:xfrm>
        </p:spPr>
        <p:txBody>
          <a:bodyPr anchor="t">
            <a:normAutofit/>
          </a:bodyPr>
          <a:lstStyle/>
          <a:p>
            <a:pPr algn="r"/>
            <a:r>
              <a:rPr lang="en-US" sz="1400">
                <a:solidFill>
                  <a:srgbClr val="FFFFFF"/>
                </a:solidFill>
              </a:rPr>
              <a:t>Using 2D Arrays and Object-Oriented Programming in Java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C5D3B4D-9BAC-482B-A34B-01BB35CB5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0009" y="3765314"/>
            <a:ext cx="2948940" cy="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c 19" descr="Truck">
            <a:extLst>
              <a:ext uri="{FF2B5EF4-FFF2-40B4-BE49-F238E27FC236}">
                <a16:creationId xmlns:a16="http://schemas.microsoft.com/office/drawing/2014/main" id="{CBA0AC1E-B9BB-8247-5BAF-325D17CE6D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0" y="1382187"/>
            <a:ext cx="4094602" cy="40946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Simulates a warehouse using a 2D grid</a:t>
            </a:r>
          </a:p>
          <a:p>
            <a:r>
              <a:t>• Stores items with row and column coordinates</a:t>
            </a:r>
          </a:p>
          <a:p>
            <a:r>
              <a:t>• Enables quick item location using Item IDs</a:t>
            </a:r>
          </a:p>
          <a:p>
            <a:r>
              <a:t>• Built using Java OOP concepts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Implement OOP concepts</a:t>
            </a:r>
          </a:p>
          <a:p>
            <a:r>
              <a:t>• Use 2D arrays</a:t>
            </a:r>
          </a:p>
          <a:p>
            <a:r>
              <a:t>• Search items efficiently</a:t>
            </a:r>
          </a:p>
          <a:p>
            <a:r>
              <a:t>• Simulate warehouse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Java</a:t>
            </a:r>
          </a:p>
          <a:p>
            <a:r>
              <a:t>• Classes &amp; Objects</a:t>
            </a:r>
          </a:p>
          <a:p>
            <a:r>
              <a:t>• Encapsulation</a:t>
            </a:r>
          </a:p>
          <a:p>
            <a:r>
              <a:t>• Constructors</a:t>
            </a:r>
          </a:p>
          <a:p>
            <a:r>
              <a:t>• 2D Arrays</a:t>
            </a:r>
          </a:p>
          <a:p>
            <a:r>
              <a:t>• Nested Loops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GridItem Class</a:t>
            </a:r>
          </a:p>
          <a:p>
            <a:r>
              <a:t>- Item ID</a:t>
            </a:r>
          </a:p>
          <a:p>
            <a:r>
              <a:t>- Item Name</a:t>
            </a:r>
          </a:p>
          <a:p>
            <a:r>
              <a:t>- Quantity</a:t>
            </a:r>
          </a:p>
          <a:p>
            <a:endParaRPr/>
          </a:p>
          <a:p>
            <a:r>
              <a:t>Warehouse Class</a:t>
            </a:r>
          </a:p>
          <a:p>
            <a:r>
              <a:t>- Add Item</a:t>
            </a:r>
          </a:p>
          <a:p>
            <a:r>
              <a:t>- Search Item</a:t>
            </a:r>
          </a:p>
          <a:p>
            <a:r>
              <a:t>- Update Quantity</a:t>
            </a:r>
          </a:p>
          <a:p>
            <a:r>
              <a:t>- Remove Item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Create warehouse grid</a:t>
            </a:r>
          </a:p>
          <a:p>
            <a:r>
              <a:t>2. Add items</a:t>
            </a:r>
          </a:p>
          <a:p>
            <a:r>
              <a:t>3. Search by Item ID</a:t>
            </a:r>
          </a:p>
          <a:p>
            <a:r>
              <a:t>4. Return row and column</a:t>
            </a:r>
          </a:p>
          <a:p>
            <a:r>
              <a:t>5. Update or remove items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Initialize Grid</a:t>
            </a:r>
          </a:p>
          <a:p>
            <a:r>
              <a:t>Insert Items</a:t>
            </a:r>
          </a:p>
          <a:p>
            <a:r>
              <a:t>Accept Item ID</a:t>
            </a:r>
          </a:p>
          <a:p>
            <a:r>
              <a:t>Traverse using Nested Loops</a:t>
            </a:r>
          </a:p>
          <a:p>
            <a:r>
              <a:t>Compare IDs</a:t>
            </a:r>
          </a:p>
          <a:p>
            <a:r>
              <a:t>Display Location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2350185" cy="1499616"/>
          </a:xfrm>
        </p:spPr>
        <p:txBody>
          <a:bodyPr>
            <a:normAutofit/>
          </a:bodyPr>
          <a:lstStyle/>
          <a:p>
            <a:r>
              <a:rPr lang="en-US" sz="3500"/>
              <a:t>Screenshots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8C06DF0-8DD9-F2CB-CEF8-9E30EC708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87278"/>
            <a:ext cx="5545394" cy="1259045"/>
          </a:xfrm>
        </p:spPr>
        <p:txBody>
          <a:bodyPr>
            <a:normAutofit/>
          </a:bodyPr>
          <a:lstStyle/>
          <a:p>
            <a:r>
              <a:rPr lang="en-US" sz="4000" dirty="0"/>
              <a:t>1. Grid Item</a:t>
            </a:r>
            <a:endParaRPr lang="en-US" sz="1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C395C1-F76B-76C7-41E6-8E2D9728A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664" y="2680301"/>
            <a:ext cx="7702730" cy="39442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AE3155-D972-E31E-7056-40E663F1A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DB410-A953-5024-420D-B281F17C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85216"/>
            <a:ext cx="2350185" cy="1499616"/>
          </a:xfrm>
        </p:spPr>
        <p:txBody>
          <a:bodyPr>
            <a:normAutofit/>
          </a:bodyPr>
          <a:lstStyle/>
          <a:p>
            <a:r>
              <a:rPr lang="en-US" sz="3500" dirty="0"/>
              <a:t>Screenshots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F4FA9D54-B2CC-E51C-BCD0-C4CBAD184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242" y="1769291"/>
            <a:ext cx="5550448" cy="1318038"/>
          </a:xfrm>
        </p:spPr>
        <p:txBody>
          <a:bodyPr>
            <a:normAutofit/>
          </a:bodyPr>
          <a:lstStyle/>
          <a:p>
            <a:r>
              <a:rPr lang="en-US" sz="4000" dirty="0"/>
              <a:t>2. Main Java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877E47-5F29-4D34-7F24-E0BE88F69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348" y="2518331"/>
            <a:ext cx="6849304" cy="375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17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F80DEF-A8A4-4382-FEBD-377FC8590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4D185-1FE3-4D61-EF00-C7496EF1E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85216"/>
            <a:ext cx="2350185" cy="1499616"/>
          </a:xfrm>
        </p:spPr>
        <p:txBody>
          <a:bodyPr>
            <a:normAutofit/>
          </a:bodyPr>
          <a:lstStyle/>
          <a:p>
            <a:r>
              <a:rPr lang="en-US" sz="3500" dirty="0"/>
              <a:t>Screenshots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C0F846E1-677C-E292-F8DD-B52E6C363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242" y="1769291"/>
            <a:ext cx="5550448" cy="1318038"/>
          </a:xfrm>
        </p:spPr>
        <p:txBody>
          <a:bodyPr>
            <a:normAutofit/>
          </a:bodyPr>
          <a:lstStyle/>
          <a:p>
            <a:r>
              <a:rPr lang="en-US" sz="4000" dirty="0"/>
              <a:t>2. Main Java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337186-DD52-AF1D-B00D-A07B9E067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538960"/>
            <a:ext cx="6705599" cy="418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36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1DE438-EC3D-39BF-703D-B50BD05AB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069CE-5FB0-BA29-EC35-5EB3CB571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85216"/>
            <a:ext cx="2350185" cy="1499616"/>
          </a:xfrm>
        </p:spPr>
        <p:txBody>
          <a:bodyPr>
            <a:normAutofit/>
          </a:bodyPr>
          <a:lstStyle/>
          <a:p>
            <a:r>
              <a:rPr lang="en-US" sz="3500" dirty="0"/>
              <a:t>Screenshots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2DB21E6E-28E3-7757-B832-C4133BA53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242" y="1769291"/>
            <a:ext cx="5550448" cy="1318038"/>
          </a:xfrm>
        </p:spPr>
        <p:txBody>
          <a:bodyPr>
            <a:normAutofit/>
          </a:bodyPr>
          <a:lstStyle/>
          <a:p>
            <a:r>
              <a:rPr lang="en-US" sz="4000" dirty="0"/>
              <a:t>3. </a:t>
            </a:r>
            <a:r>
              <a:rPr lang="en-US" sz="4000" dirty="0" err="1"/>
              <a:t>Warefare</a:t>
            </a:r>
            <a:r>
              <a:rPr lang="en-US" sz="4000" dirty="0"/>
              <a:t> house Java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5C3A1F-CF66-1617-41D3-6AC27FA5B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019" y="2428310"/>
            <a:ext cx="6705600" cy="409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429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65BA43-A2C0-8F6F-6692-EFDA300C6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D9E82-C7A6-EC1C-A6FE-FA5621751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85216"/>
            <a:ext cx="2350185" cy="1499616"/>
          </a:xfrm>
        </p:spPr>
        <p:txBody>
          <a:bodyPr>
            <a:normAutofit/>
          </a:bodyPr>
          <a:lstStyle/>
          <a:p>
            <a:r>
              <a:rPr lang="en-US" sz="3500" dirty="0"/>
              <a:t>Screenshots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3E711E17-A105-3C30-2786-59FB237E4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242" y="1769291"/>
            <a:ext cx="5550448" cy="1318038"/>
          </a:xfrm>
        </p:spPr>
        <p:txBody>
          <a:bodyPr>
            <a:normAutofit/>
          </a:bodyPr>
          <a:lstStyle/>
          <a:p>
            <a:r>
              <a:rPr lang="en-US" sz="4000" dirty="0"/>
              <a:t>3. </a:t>
            </a:r>
            <a:r>
              <a:rPr lang="en-US" sz="4000" dirty="0" err="1"/>
              <a:t>Warefare</a:t>
            </a:r>
            <a:r>
              <a:rPr lang="en-US" sz="4000" dirty="0"/>
              <a:t> house Java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66E2EC-0126-D0E5-592B-EBC9174ED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735" y="2518142"/>
            <a:ext cx="6794529" cy="408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249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BB446C-0E5D-2F63-7FEE-DF3335CE6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675D5-4BC4-7788-040A-76EF1262C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85216"/>
            <a:ext cx="2350185" cy="1499616"/>
          </a:xfrm>
        </p:spPr>
        <p:txBody>
          <a:bodyPr>
            <a:normAutofit/>
          </a:bodyPr>
          <a:lstStyle/>
          <a:p>
            <a:r>
              <a:rPr lang="en-US" sz="3500" dirty="0"/>
              <a:t>Screenshots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9AC94E8C-ED26-6F63-FE26-CB198EECD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242" y="1769291"/>
            <a:ext cx="5550448" cy="1318038"/>
          </a:xfrm>
        </p:spPr>
        <p:txBody>
          <a:bodyPr>
            <a:normAutofit/>
          </a:bodyPr>
          <a:lstStyle/>
          <a:p>
            <a:r>
              <a:rPr lang="en-US" sz="4000" dirty="0"/>
              <a:t>3. </a:t>
            </a:r>
            <a:r>
              <a:rPr lang="en-US" sz="4000" dirty="0" err="1"/>
              <a:t>Warefare</a:t>
            </a:r>
            <a:r>
              <a:rPr lang="en-US" sz="4000" dirty="0"/>
              <a:t> house Java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8948AA-6EE4-C244-BEE4-8430BC2BA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857" y="2525685"/>
            <a:ext cx="6646607" cy="405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270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Searching for I102</a:t>
            </a:r>
          </a:p>
          <a:p>
            <a:r>
              <a:t>Item Found</a:t>
            </a:r>
          </a:p>
          <a:p>
            <a:r>
              <a:t>Row: 1</a:t>
            </a:r>
          </a:p>
          <a:p>
            <a:r>
              <a:t>Column: 2</a:t>
            </a:r>
          </a:p>
          <a:p>
            <a:endParaRPr/>
          </a:p>
          <a:p>
            <a:r>
              <a:t>Searching for I999</a:t>
            </a:r>
          </a:p>
          <a:p>
            <a:r>
              <a:t>Item Not Found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Classes and Objects</a:t>
            </a:r>
          </a:p>
          <a:p>
            <a:r>
              <a:t>• Encapsulation</a:t>
            </a:r>
          </a:p>
          <a:p>
            <a:r>
              <a:t>• Constructors</a:t>
            </a:r>
          </a:p>
          <a:p>
            <a:r>
              <a:t>• Methods</a:t>
            </a:r>
          </a:p>
          <a:p>
            <a:r>
              <a:t>• Abstraction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 searching</a:t>
            </a:r>
          </a:p>
          <a:p>
            <a:r>
              <a:t>• Organized storage</a:t>
            </a:r>
          </a:p>
          <a:p>
            <a:r>
              <a:t>• Easy tracking</a:t>
            </a:r>
          </a:p>
          <a:p>
            <a:r>
              <a:t>• Scalable design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GUI Application</a:t>
            </a:r>
          </a:p>
          <a:p>
            <a:r>
              <a:t>• Database Integration</a:t>
            </a:r>
          </a:p>
          <a:p>
            <a:r>
              <a:t>• Barcode Scanning</a:t>
            </a:r>
          </a:p>
          <a:p>
            <a:r>
              <a:t>• Cloud Storage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demonstrates practical use of Java OOP and 2D arrays for warehouse item tracking.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196</TotalTime>
  <Words>263</Words>
  <Application>Microsoft Office PowerPoint</Application>
  <PresentationFormat>On-screen Show (4:3)</PresentationFormat>
  <Paragraphs>82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Tw Cen MT</vt:lpstr>
      <vt:lpstr>Tw Cen MT Condensed</vt:lpstr>
      <vt:lpstr>Wingdings 3</vt:lpstr>
      <vt:lpstr>Integral</vt:lpstr>
      <vt:lpstr>Smart Warehouse Grid Locator</vt:lpstr>
      <vt:lpstr>Introduction</vt:lpstr>
      <vt:lpstr>Objectives</vt:lpstr>
      <vt:lpstr>Technologies Used</vt:lpstr>
      <vt:lpstr>System Design</vt:lpstr>
      <vt:lpstr>Working of the Project</vt:lpstr>
      <vt:lpstr>Algorithm</vt:lpstr>
      <vt:lpstr>Screenshots</vt:lpstr>
      <vt:lpstr>Screenshots</vt:lpstr>
      <vt:lpstr>Screenshots</vt:lpstr>
      <vt:lpstr>Screenshots</vt:lpstr>
      <vt:lpstr>Screenshots</vt:lpstr>
      <vt:lpstr>Screenshots</vt:lpstr>
      <vt:lpstr>Sample Output</vt:lpstr>
      <vt:lpstr>OOP Concepts Used</vt:lpstr>
      <vt:lpstr>Advantages</vt:lpstr>
      <vt:lpstr>Future Scope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 Sharma</cp:lastModifiedBy>
  <cp:revision>2</cp:revision>
  <dcterms:created xsi:type="dcterms:W3CDTF">2013-01-27T09:14:16Z</dcterms:created>
  <dcterms:modified xsi:type="dcterms:W3CDTF">2026-06-09T17:41:51Z</dcterms:modified>
  <cp:category/>
</cp:coreProperties>
</file>